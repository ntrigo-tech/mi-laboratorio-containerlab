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157" autoAdjust="0"/>
  </p:normalViewPr>
  <p:slideViewPr>
    <p:cSldViewPr snapToGrid="0">
      <p:cViewPr>
        <p:scale>
          <a:sx n="69" d="100"/>
          <a:sy n="69" d="100"/>
        </p:scale>
        <p:origin x="50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7DCD2-DBB8-06ED-24A9-511EA1F77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F7A9C9-71CA-6632-2845-E81FD3D82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1" indent="0" algn="ctr">
              <a:buNone/>
              <a:defRPr sz="2000"/>
            </a:lvl2pPr>
            <a:lvl3pPr marL="914361" indent="0" algn="ctr">
              <a:buNone/>
              <a:defRPr sz="1800"/>
            </a:lvl3pPr>
            <a:lvl4pPr marL="1371543" indent="0" algn="ctr">
              <a:buNone/>
              <a:defRPr sz="1600"/>
            </a:lvl4pPr>
            <a:lvl5pPr marL="1828724" indent="0" algn="ctr">
              <a:buNone/>
              <a:defRPr sz="1600"/>
            </a:lvl5pPr>
            <a:lvl6pPr marL="2285904" indent="0" algn="ctr">
              <a:buNone/>
              <a:defRPr sz="1600"/>
            </a:lvl6pPr>
            <a:lvl7pPr marL="2743085" indent="0" algn="ctr">
              <a:buNone/>
              <a:defRPr sz="1600"/>
            </a:lvl7pPr>
            <a:lvl8pPr marL="3200266" indent="0" algn="ctr">
              <a:buNone/>
              <a:defRPr sz="1600"/>
            </a:lvl8pPr>
            <a:lvl9pPr marL="365744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0D8D4D-5536-13DC-E721-6B6BBA90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E5C28C-ABA8-B57B-4BFC-3AD271DD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740BE1-E5A8-8F99-39FF-79F2FC57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075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E2E5E-1F49-A1A1-2DE1-CFD879BB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4A11B-4E4A-FD78-4B91-E96578460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F6E7E1-E320-EBAF-0290-43DF968D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19F6CA-483E-8AEE-3CAB-C5B67C25D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3CC9CC-7F64-BEBA-A7AC-18CD30E9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8564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2DEBF-3D66-0973-3CCE-2E393241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0F7AFD-26B9-3CEA-C25C-D9B19A9E3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61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2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0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8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4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744B41-DE6C-FAB8-A18E-0C3D2FEA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3933-D05C-0EFA-2958-6A26DB5C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FD905A-2659-F22D-5F4C-5417A339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4526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39DBB-DAC9-5E5A-CFE9-E484BD40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3B65C-38B3-94AB-BCB3-47B5F4CA9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2DDA0-F469-B45D-0BDE-95A76D492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97FA3F-9E24-6271-2FD2-E0BC3BD2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7DFEFB-0914-7875-2EF0-608F7EBF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9F0982-2DDC-9F21-0FF5-780C95B4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046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281B2-F69D-C4E2-CEF0-E089F675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DE6A3B-B151-399B-53FD-181575052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64D885-7DBB-5FA3-ECCD-B7332A348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8556F8-AEB2-B922-8210-1B96EC33D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9DC551-26B6-CE99-0B90-CCB016FFE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127871-186B-A3F2-561D-6E8FB6ED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D2986E-7BB4-C239-A711-22218F1E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1FA478-C636-0C28-CC66-C789AA33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014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E0B64-4C91-4B3D-6B73-E7C7C886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2B20E3-8C02-7CBE-F4DC-80F0041A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C92816-80BA-59B9-88FB-1D9DDCD4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CD63E4-9DD5-EEE1-D3DA-C3389BF2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405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7FB614-1215-FDD7-2A4F-D9EAF055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47039D-6041-4055-3CC0-4B9F2794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FFFF8E-DAB4-F944-C00C-4BE1FD5E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772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C33CC-6DAB-4491-25E0-A3FDADD6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2CBA25-F35C-BC39-4480-39B45F8F2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227343-F2A3-7830-CA9C-2B5DD0907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1" indent="0">
              <a:buNone/>
              <a:defRPr sz="1200"/>
            </a:lvl3pPr>
            <a:lvl4pPr marL="1371543" indent="0">
              <a:buNone/>
              <a:defRPr sz="1000"/>
            </a:lvl4pPr>
            <a:lvl5pPr marL="1828724" indent="0">
              <a:buNone/>
              <a:defRPr sz="1000"/>
            </a:lvl5pPr>
            <a:lvl6pPr marL="2285904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7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D6E2A7-789F-84FF-5B75-1BEF6FD9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727897-C24B-BB3D-8235-598CB026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115CC6-4BAB-1095-BC74-E7120ECD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1301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F54BD-1948-BAEA-0E52-14C4F4397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DD680A-BEF7-E6F6-2204-431FA97AB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1" indent="0">
              <a:buNone/>
              <a:defRPr sz="2800"/>
            </a:lvl2pPr>
            <a:lvl3pPr marL="914361" indent="0">
              <a:buNone/>
              <a:defRPr sz="2400"/>
            </a:lvl3pPr>
            <a:lvl4pPr marL="1371543" indent="0">
              <a:buNone/>
              <a:defRPr sz="2000"/>
            </a:lvl4pPr>
            <a:lvl5pPr marL="1828724" indent="0">
              <a:buNone/>
              <a:defRPr sz="2000"/>
            </a:lvl5pPr>
            <a:lvl6pPr marL="2285904" indent="0">
              <a:buNone/>
              <a:defRPr sz="2000"/>
            </a:lvl6pPr>
            <a:lvl7pPr marL="2743085" indent="0">
              <a:buNone/>
              <a:defRPr sz="2000"/>
            </a:lvl7pPr>
            <a:lvl8pPr marL="3200266" indent="0">
              <a:buNone/>
              <a:defRPr sz="2000"/>
            </a:lvl8pPr>
            <a:lvl9pPr marL="3657447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31A9CC-B308-CBE1-DF4E-C7B05D3B8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1" indent="0">
              <a:buNone/>
              <a:defRPr sz="1200"/>
            </a:lvl3pPr>
            <a:lvl4pPr marL="1371543" indent="0">
              <a:buNone/>
              <a:defRPr sz="1000"/>
            </a:lvl4pPr>
            <a:lvl5pPr marL="1828724" indent="0">
              <a:buNone/>
              <a:defRPr sz="1000"/>
            </a:lvl5pPr>
            <a:lvl6pPr marL="2285904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7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375F37-3485-D20D-BC15-44D85AC3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84B7D8-C79F-80E0-0E47-30F893C1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0E891A-C1BB-BC06-7C9D-B15FAD231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881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86EDA-E85B-E57A-ADD7-59608D11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9534E2-2B1D-9078-5BCB-E0DBEEA94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C9FC70-ACAD-68FF-FDE9-CFDE68C4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F99EBF-635E-9279-8D9E-A36DB18B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ED0980-34F7-13A8-8FC9-F3E12745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167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051A98-FED7-84C0-5044-93AF00DE0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B718A7-D9EF-5A05-9298-18C917BE9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5516B-533E-634F-9F59-48E6AD14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45B6EF-DBC3-33E7-4A60-57489330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96EC8B-1FAC-B549-C203-FBF19510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429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D90CA2-2516-B1A0-7BE9-CD64C213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6D2631-526C-5161-288D-26AE859EC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9594C-025E-F971-728E-67B2C1983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A8975-F8C8-4C76-A5B1-E27C1B48A4D0}" type="datetimeFigureOut">
              <a:rPr lang="es-AR" smtClean="0"/>
              <a:t>10/4/2026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307299-8E52-D9AA-4E7A-B35BEF34F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A6FA2F-19EA-1BC8-B395-57EBC3F50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D8CE-FA13-475E-8017-EF9011FB380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347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2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2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3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4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B5430A9-7DA8-4673-9F73-B2C423C9C604}"/>
              </a:ext>
            </a:extLst>
          </p:cNvPr>
          <p:cNvSpPr/>
          <p:nvPr/>
        </p:nvSpPr>
        <p:spPr>
          <a:xfrm>
            <a:off x="0" y="8363"/>
            <a:ext cx="11586117" cy="3456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1B9232-8F85-638C-BD8F-76260D6A6C8C}"/>
              </a:ext>
            </a:extLst>
          </p:cNvPr>
          <p:cNvSpPr/>
          <p:nvPr/>
        </p:nvSpPr>
        <p:spPr>
          <a:xfrm>
            <a:off x="0" y="6292075"/>
            <a:ext cx="4631473" cy="4404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AR" b="1" dirty="0"/>
              <a:t>RDS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3D46B8-A220-2B4B-5F87-8555AF975EB8}"/>
              </a:ext>
            </a:extLst>
          </p:cNvPr>
          <p:cNvSpPr txBox="1"/>
          <p:nvPr/>
        </p:nvSpPr>
        <p:spPr>
          <a:xfrm>
            <a:off x="217450" y="973837"/>
            <a:ext cx="50022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1. Introducción a la Radio Definida por Software (SDR)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Concepto de SDR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Relación con el teorema de Teorema de Shannon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2. Señales en Banda Base Compleja (I/Q)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Representación en I/Q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Ventajas en procesamiento digital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Relación con sistemas SDR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3. Modulaciones Digitales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QAM (</a:t>
            </a:r>
            <a:r>
              <a:rPr lang="es-AR" sz="1600" dirty="0" err="1"/>
              <a:t>Quadrature</a:t>
            </a:r>
            <a:r>
              <a:rPr lang="es-AR" sz="1600" dirty="0"/>
              <a:t> </a:t>
            </a:r>
            <a:r>
              <a:rPr lang="es-AR" sz="1600" dirty="0" err="1"/>
              <a:t>Amplitude</a:t>
            </a:r>
            <a:r>
              <a:rPr lang="es-AR" sz="1600" dirty="0"/>
              <a:t> </a:t>
            </a:r>
            <a:r>
              <a:rPr lang="es-AR" sz="1600" dirty="0" err="1"/>
              <a:t>Modulation</a:t>
            </a:r>
            <a:r>
              <a:rPr lang="es-AR" sz="1600" dirty="0"/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4PSK / QPSK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8PSK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Comparación y aplicaciones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4. Entorno práctico con Python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Uso de Python y Google </a:t>
            </a:r>
            <a:r>
              <a:rPr lang="es-AR" sz="1600" dirty="0" err="1"/>
              <a:t>Colab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Notebooks para simulación de: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AR" sz="1600" dirty="0"/>
              <a:t>AM y FM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AR" sz="1600" dirty="0"/>
              <a:t>BPSK y QPSK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Visualización de señales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B71A86-A30F-E0D8-1A69-8C696B67FE1B}"/>
              </a:ext>
            </a:extLst>
          </p:cNvPr>
          <p:cNvSpPr txBox="1"/>
          <p:nvPr/>
        </p:nvSpPr>
        <p:spPr>
          <a:xfrm>
            <a:off x="5793058" y="727616"/>
            <a:ext cx="61220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s-A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5. Práctica con hardware SDR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Uso de dongle RTL2832U RTL-SDR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Sintonización de FM y otras bandas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Librerías de Python recomendadas (</a:t>
            </a:r>
            <a:r>
              <a:rPr lang="es-AR" sz="1600" dirty="0" err="1"/>
              <a:t>ej</a:t>
            </a:r>
            <a:r>
              <a:rPr lang="es-AR" sz="1600" dirty="0"/>
              <a:t>: </a:t>
            </a:r>
            <a:r>
              <a:rPr lang="es-AR" sz="1600" dirty="0" err="1"/>
              <a:t>pyrtlsdr</a:t>
            </a:r>
            <a:r>
              <a:rPr lang="es-AR" sz="1600" dirty="0"/>
              <a:t>, </a:t>
            </a:r>
            <a:r>
              <a:rPr lang="es-AR" sz="1600" dirty="0" err="1"/>
              <a:t>numpy</a:t>
            </a:r>
            <a:r>
              <a:rPr lang="es-AR" sz="1600" dirty="0"/>
              <a:t>, </a:t>
            </a:r>
            <a:r>
              <a:rPr lang="es-AR" sz="1600" dirty="0" err="1"/>
              <a:t>scipy</a:t>
            </a:r>
            <a:r>
              <a:rPr lang="es-AR" sz="16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6. Introducción a GNU Radio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Concepto y arquitectura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Flujo de bloques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Por qué GNU Radio es clave en SDR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7. FPGA en sistemas SDR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Qué es un FPGA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Rol en procesamiento en tiempo real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Aplicaciones en SDR avanzados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8. Aplicaciones en sistemas complejos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Integración en sistemas modernos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 err="1"/>
              <a:t>Multiradio</a:t>
            </a:r>
            <a:r>
              <a:rPr lang="es-AR" sz="1600" dirty="0"/>
              <a:t> en LTE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Uso en dispositivos móviles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9. Cierre y proyección</a:t>
            </a:r>
            <a:r>
              <a:rPr lang="es-AR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Evolución de SDR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dirty="0"/>
              <a:t>Relación con tecnologías futuras</a:t>
            </a:r>
            <a:endParaRPr lang="es-AR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1268DA-BA10-60CE-F619-E295D289E64D}"/>
              </a:ext>
            </a:extLst>
          </p:cNvPr>
          <p:cNvSpPr txBox="1"/>
          <p:nvPr/>
        </p:nvSpPr>
        <p:spPr>
          <a:xfrm>
            <a:off x="3339790" y="424698"/>
            <a:ext cx="6122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Radio Definida por Software (SDR)</a:t>
            </a:r>
          </a:p>
        </p:txBody>
      </p:sp>
    </p:spTree>
    <p:extLst>
      <p:ext uri="{BB962C8B-B14F-4D97-AF65-F5344CB8AC3E}">
        <p14:creationId xmlns:p14="http://schemas.microsoft.com/office/powerpoint/2010/main" val="973134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ed35d9e-000e-4534-9ab6-e809205c2ad0}" enabled="1" method="Standard" siteId="{05bfea77-f19c-471d-afa2-0c9093af8bd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</TotalTime>
  <Words>198</Words>
  <Application>Microsoft Office PowerPoint</Application>
  <PresentationFormat>Panorámica</PresentationFormat>
  <Paragraphs>40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>AMX Argentina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Trigo</dc:creator>
  <cp:lastModifiedBy>Nicolas Trigo</cp:lastModifiedBy>
  <cp:revision>1</cp:revision>
  <dcterms:created xsi:type="dcterms:W3CDTF">2026-04-10T10:59:26Z</dcterms:created>
  <dcterms:modified xsi:type="dcterms:W3CDTF">2026-04-10T14:51:49Z</dcterms:modified>
</cp:coreProperties>
</file>